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Incident Analysis by Entity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Total: 29122 incidents across 10 entities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Avocat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2192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Avocat: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CG Park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2192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1946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CG Park: 9970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CMS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2192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262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481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CMS: 1690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CNONM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2192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CNONM: 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DAR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2192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DAR: 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DSI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2192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3674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10616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DSI: 16661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DYAM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2192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DYAM: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MINTRA &gt; EMPLOI PUBLIC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2192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MINTRA &gt; EMPLOI PUBLIC: 137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MINTRA &gt; IDARATI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2192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MINTRA &gt; IDARATI: 163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MINTRA &gt; SIRH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2192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91%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MINTRA &gt; SIRH: 299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Navigate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PowerPoint's slide navigation to browse through each entity's data.</a:t>
            </a:r>
          </a:p>
          <a:p/>
          <a:p>
            <a:r>
              <a:t>Each slide shows the incident breakdown for one entity.</a:t>
            </a:r>
          </a:p>
          <a:p/>
          <a:p>
            <a:r>
              <a:t>Total entities: 10</a:t>
            </a:r>
          </a:p>
          <a:p>
            <a:r>
              <a:t>Total incidents: 29122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