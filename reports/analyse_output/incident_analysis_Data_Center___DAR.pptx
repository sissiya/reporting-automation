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 by Entity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Total: 52 incidents across 1 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DAR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88%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DAR: 52. Top categories: OS service: 46 (88% ), VM availability / Disk / MSSQL / autres: 6 (12%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DAR: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Navigate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entities: 1 | Total incidents: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