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 by Entity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Total: 9970 incidents across 1 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Data_Center &gt; CG Park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753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09005">
                <a:tc>
                  <a:txBody>
                    <a:bodyPr wrap="square"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1946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 wrap="square"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7128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71%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CG Park: 9970. Top categories: OS service: 7128 (71% ), Nutanix Issue: 1946 (20% ), Memory Issue: 753 (8% 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Total incidents for Data_Center &gt; CG Park: 9970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Navigate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entities: 1 | Total incidents: 9970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