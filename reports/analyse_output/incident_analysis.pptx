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 by Entity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29122 incidents across 10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Avocat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Avocat: 15. Top categories: OS service: 15 (100%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Avocat: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CG Park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7128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CG Park: 9970. Top categories: OS service: 7128 (71% ), Nutanix Issue: 1946 (20%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CG Park: 9970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CMS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CMS: 1690. Top categories: CPU Issue: 717 (42% ), Nutanix Issue: 481 (28%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CMS: 1690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CNONM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CNONM: 105. Top categories: OS service: 105 (100%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CNONM: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DAR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DAR: 52. Top categories: OS service: 46 (88% ), VM availability / Disk / MSSQL / autres: 6 (12%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DAR: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DSI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DSI: 16661. Top categories: Nutanix Issue: 10616 (64% ), Memory Issue: 3674 (22%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DSI: 16661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DYAM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DYAM: 30. Top categories: OS service: 25 (83% ), VM availability / Disk / MSSQL / autres: 5 (17%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DYAM: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MINTRA &gt; EMPLOI PUBLIC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MINTRA &gt; EMPLOI PUBLIC: 137. Top categories: OS service: 88 (64% ), VM availability / Disk / MSSQL / autres: 49 (36%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MINTRA &gt; EMPLOI PUBLIC: 137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MINTRA &gt; IDARATI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MINTRA &gt; IDARATI: 163. Top categories: OS service: 110 (67% ), Memory Issue: 47 (29%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MINTRA &gt; IDARATI: 163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Data_Center &gt; MINTRA &gt; SIRH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828800"/>
              </a:tblGrid>
              <a:tr h="104502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Total incidents for Data_Center &gt; MINTRA &gt; SIRH: 299. Top categories: OS service: 273 (91% ), VM availability / Disk / MSSQL / autres: 24 (8% 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Total incidents for Data_Center &gt; MINTRA &gt; SIRH: 299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Navigate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PowerPoint's slide navigation to browse through each entity's data.</a:t>
            </a:r>
          </a:p>
          <a:p/>
          <a:p>
            <a:r>
              <a:t>Each slide shows the incident breakdown for one entity.</a:t>
            </a:r>
          </a:p>
          <a:p/>
          <a:p>
            <a:r>
              <a:t>Total entities: 10</a:t>
            </a:r>
          </a:p>
          <a:p>
            <a:r>
              <a:t>Total incidents: 29122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