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Stable Analysis - Incident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Total: 29122 incidents across 10 entities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Avocat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CG Park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19%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6035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9970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CMS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42%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28%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3035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1690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CNONM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1089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DAR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52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DSI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CPU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22%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Nutanix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10616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63%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6035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16661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DYAM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16%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MINTRA &gt; EMPLOI PUBLIC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35%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38404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137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MINTRA &gt; IDARATI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28%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67%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163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Entity: Data_Center &gt; MINTRA &gt; SIRH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3628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7315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Volume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Memory 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VM availability / Disk / MSSQL / autres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8%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91%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Total Incidents: 299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