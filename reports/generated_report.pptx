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86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Synthèse Mensuelle - June 2026</a:t>
            </a:r>
          </a:p>
        </p:txBody>
      </p:sp>
      <p:pic>
        <p:nvPicPr>
          <p:cNvPr id="3" name="Picture 2" descr="tmp77z_k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6480000" cy="3372194"/>
          </a:xfrm>
          <a:prstGeom prst="rect">
            <a:avLst/>
          </a:prstGeom>
        </p:spPr>
      </p:pic>
      <p:pic>
        <p:nvPicPr>
          <p:cNvPr id="4" name="Picture 3" descr="tmpipzpe65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4320000"/>
            <a:ext cx="6480000" cy="37114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7020000"/>
            <a:ext cx="64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Groupe ayant résolu le plus de tickets : Aucun groupe.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86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Tableau de bord SLA et Priorités</a:t>
            </a:r>
          </a:p>
        </p:txBody>
      </p:sp>
      <p:pic>
        <p:nvPicPr>
          <p:cNvPr id="3" name="Picture 2" descr="tmp8kui4p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900000"/>
            <a:ext cx="2160000" cy="1566545"/>
          </a:xfrm>
          <a:prstGeom prst="rect">
            <a:avLst/>
          </a:prstGeom>
        </p:spPr>
      </p:pic>
      <p:pic>
        <p:nvPicPr>
          <p:cNvPr id="4" name="Picture 3" descr="tmpj_rcinq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000" y="900000"/>
            <a:ext cx="2160000" cy="1566545"/>
          </a:xfrm>
          <a:prstGeom prst="rect">
            <a:avLst/>
          </a:prstGeom>
        </p:spPr>
      </p:pic>
      <p:pic>
        <p:nvPicPr>
          <p:cNvPr id="5" name="Picture 4" descr="tmp89l592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0" y="900000"/>
            <a:ext cx="2160000" cy="156654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4320000"/>
          <a:ext cx="648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620000"/>
                <a:gridCol w="1620000"/>
              </a:tblGrid>
              <a:tr h="2160000">
                <a:tc>
                  <a:txBody>
                    <a:bodyPr/>
                    <a:lstStyle/>
                    <a:p>
                      <a:r>
                        <a:t>Groupe d'affectation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864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Résumé historique et Backlog</a:t>
            </a:r>
          </a:p>
        </p:txBody>
      </p:sp>
      <p:pic>
        <p:nvPicPr>
          <p:cNvPr id="3" name="Picture 2" descr="tmphpek6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6480000" cy="368450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3960000"/>
          <a:ext cx="36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</a:tblGrid>
              <a:tr h="360000">
                <a:tc>
                  <a:txBody>
                    <a:bodyPr/>
                    <a:lstStyle/>
                    <a:p>
                      <a:r>
                        <a:t>Tranche d'âge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Tickets ouverts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&gt;3 jours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&gt;5 jours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&gt;10 jours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t>&gt;20 jours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0" y="3960000"/>
          <a:ext cx="36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200000"/>
                <a:gridCol w="1200000"/>
              </a:tblGrid>
              <a:tr h="1800000">
                <a:tc>
                  <a:txBody>
                    <a:bodyPr/>
                    <a:lstStyle/>
                    <a:p>
                      <a:r>
                        <a:t>Priorite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Moyenne TTR 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Moyenne TTO (h)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tmpc4kzxir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6120000"/>
            <a:ext cx="6480000" cy="40288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