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Stable Analysis - All Entities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Total: 29122 incidents | 10 entities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Incident Categories by Entity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CPU Issue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Memory Issue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VM avail/Disk/MSSQL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Nutanix Issue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OS service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Avocat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CG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9970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CNONM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DSI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16661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DYAM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MINTRA &gt; EMPLOI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MINTRA &gt; IDARATI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Data_Center &gt; MINTRA &gt; SIRH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7406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💡 To filter: Right-click table → Insert Table Style → Or use VBA macro (Alt+F8)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