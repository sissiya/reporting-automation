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Rapport Mensuel GLPI — V1 &amp; V2</a:t>
            </a:r>
          </a:p>
        </p:txBody>
      </p:sp>
      <p:pic>
        <p:nvPicPr>
          <p:cNvPr id="3" name="Picture 2" descr="slide1_courbe_groupes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07999"/>
            <a:ext cx="3960000" cy="27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Ce graphique compare 243 incidents créés par rapport aux 242 incidents résolus ce mois-ci.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L'alignement des courbes montre que l'équipe absorbe la charge en temps réel.</a:t>
            </a:r>
          </a:p>
        </p:txBody>
      </p:sp>
      <p:pic>
        <p:nvPicPr>
          <p:cNvPr id="5" name="Picture 4" descr="slide1_source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000" y="1007999"/>
            <a:ext cx="3960000" cy="27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Sur 243 tickets, 99% proviennent de sources automatiques (monito).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La dominance des sources automatiques confirme que la supervision détecte les incidents avant les signalements utilisateurs.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jauges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07999"/>
            <a:ext cx="3960000" cy="27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SLA P1 : aucun ticket P1 ce mois-ci.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SLA P2 : aucun ticket P2 ce mois-ci.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SLA P3 à 35.4% : Performance conforme aux objectifs.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Ce score mesure le respect de nos engagements de délais (SLA) et reflète l'efficacité de l'équipe.</a:t>
            </a:r>
          </a:p>
        </p:txBody>
      </p:sp>
      <p:pic>
        <p:nvPicPr>
          <p:cNvPr id="4" name="Picture 3" descr="slide2_tableau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000" y="1007999"/>
            <a:ext cx="3960000" cy="27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La table couvre 243 tickets et montre que DC-Cloud-Platform_Team est le groupe le plus sollicité (204 tickets).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Ce diagnostic aide à prioriser les actions sur les équipes les plus impactées.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historique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07999"/>
            <a:ext cx="3960000" cy="27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L'historique montre 243 tickets créés et 242 résolus ce mois-ci.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Cette tendance permet d'anticiper les pics et d'ajuster les priorités opérationnelles.</a:t>
            </a:r>
          </a:p>
        </p:txBody>
      </p:sp>
      <p:pic>
        <p:nvPicPr>
          <p:cNvPr id="4" name="Picture 3" descr="slide3_backlog_ttr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000" y="1007999"/>
            <a:ext cx="3960000" cy="27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Le backlog contient 1 tickets ouverts, dont 1 de plus de 10 jours.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Un backlog sans tickets de plus de 10 jours garantit la stabilité du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courbe_groupe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07999"/>
            <a:ext cx="3960000" cy="27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Ce graphique compare 29122 incidents créés par rapport aux 29022 incidents résolus ce mois-ci.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L'alignement des courbes montre que l'équipe absorbe la charge en temps réel.</a:t>
            </a:r>
          </a:p>
        </p:txBody>
      </p:sp>
      <p:pic>
        <p:nvPicPr>
          <p:cNvPr id="4" name="Picture 3" descr="slide1_sourc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000" y="1007999"/>
            <a:ext cx="3960000" cy="27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Sur 29122 tickets, 0% proviennent de sources automatiques (monito).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La dominance des sources automatiques confirme que la supervision détecte les incidents avant les signalements utilisateurs.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jauge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07999"/>
            <a:ext cx="3960000" cy="27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SLA P1 : aucun ticket P1 ce mois-ci.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SLA P2 : aucun ticket P2 ce mois-ci.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SLA P3 à 99.4% : Performance conforme aux objectifs.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Ce score mesure le respect de nos engagements de délais (SLA) et reflète l'efficacité de l'équipe.</a:t>
            </a:r>
          </a:p>
        </p:txBody>
      </p:sp>
      <p:pic>
        <p:nvPicPr>
          <p:cNvPr id="4" name="Picture 3" descr="slide2_tableau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000" y="1007999"/>
            <a:ext cx="3960000" cy="27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La table couvre 29122 tickets et montre que DC-Cloud-Platform_Team est le groupe le plus sollicité (25805 tickets).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Ce diagnostic aide à prioriser les actions sur les équipes les plus impactées.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historiqu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07999"/>
            <a:ext cx="3960000" cy="27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L'historique montre 29122 tickets créés et 29022 résolus ce mois-ci.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Cette tendance permet d'anticiper les pics et d'ajuster les priorités opérationnelles.</a:t>
            </a:r>
          </a:p>
        </p:txBody>
      </p:sp>
      <p:pic>
        <p:nvPicPr>
          <p:cNvPr id="4" name="Picture 3" descr="slide3_backlog_ttr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000" y="1007999"/>
            <a:ext cx="3960000" cy="27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2000" y="3833998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Le backlog contient 100 tickets ouverts, dont 55 de plus de 10 jours.</a:t>
            </a:r>
          </a:p>
          <a:p>
            <a:pPr>
              <a:spcAft>
                <a:spcPts val="2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Un backlog sans tickets de plus de 10 jours garantit la stabilité du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