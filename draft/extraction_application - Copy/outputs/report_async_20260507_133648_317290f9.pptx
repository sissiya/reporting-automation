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Incident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Data_Center &gt; DAR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011680"/>
                <a:gridCol w="1828800"/>
              </a:tblGrid>
              <a:tr h="209005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10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 incidents for Data_Center &gt; DAR: 52. Top categories: OS service: 46, VM availability / Disk / MSSQL / autres: 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