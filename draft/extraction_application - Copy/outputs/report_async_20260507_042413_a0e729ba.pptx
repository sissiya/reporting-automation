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Data_Center &gt; CG Park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incidents for Data_Center &gt; CG Park: 9970. Top categories: OS service: 7128, Nutanix Issue: 1946, Memory Issue: 753.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