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Incident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Data_Center &gt; DSI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incidents for Data_Center &gt; DSI: 16661. Top categories: Nutanix Issue: 10616, Memory Issue: 3674, CPU Issue: 1701.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Data_Center &gt; CG Park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011680"/>
                <a:gridCol w="1828800"/>
              </a:tblGrid>
              <a:tr h="209005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Part du total</a:t>
                      </a:r>
                    </a:p>
                  </a:txBody>
                  <a:tcPr>
                    <a:solidFill>
                      <a:srgbClr val="174E89"/>
                    </a:solidFill>
                  </a:tcPr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Memory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0%</a:t>
                      </a:r>
                    </a:p>
                  </a:txBody>
                  <a:tcPr/>
                </a:tc>
              </a:tr>
              <a:tr h="209005">
                <a:tc>
                  <a:txBody>
                    <a:bodyPr/>
                    <a:lstStyle/>
                    <a:p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/>
                </a:tc>
              </a:tr>
              <a:tr h="209010">
                <a:tc>
                  <a:txBody>
                    <a:bodyPr/>
                    <a:lstStyle/>
                    <a:p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29260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incidents for Data_Center &gt; CG Park: 9970. Top categories: OS service: 7128, Nutanix Issue: 1946, Memory Issue: 753.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