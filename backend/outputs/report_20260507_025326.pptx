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Data_Center &gt; Avocat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Total incidents for Data_Center &gt; Avocat: 15</a:t>
            </a:r>
          </a:p>
          <a:p>
            <a:pPr lvl="1"/>
            <a:r>
              <a:t>ID: 25 617 | Titre: Alerte_Zabbix : [RBAAVC02] RBAAVC02 Uptime Status - 90 days | Entité: Data_Center &gt; Avocat</a:t>
            </a:r>
          </a:p>
          <a:p>
            <a:pPr lvl="1"/>
            <a:r>
              <a:t>ID: 25 618 | Titre: Alerte_Zabbix : [RBAAVC04] RBAAVC04 Uptime Status - 90 days | Entité: Data_Center &gt; Avocat</a:t>
            </a:r>
          </a:p>
          <a:p>
            <a:pPr lvl="1"/>
            <a:r>
              <a:t>ID: 25 619 | Titre: Alerte_Zabbix : [RBAAVC03] RBAAVC03 Uptime Status - 90 days | Entité: Data_Center &gt; Avocat</a:t>
            </a:r>
          </a:p>
          <a:p>
            <a:pPr lvl="1"/>
            <a:r>
              <a:t>ID: 25 620 | Titre: Alerte_Zabbix : [RBAAVC01] RBAAVC01 Uptime Status - 90 days | Entité: Data_Center &gt; Avocat</a:t>
            </a:r>
          </a:p>
          <a:p>
            <a:pPr lvl="1"/>
            <a:r>
              <a:t>ID: 25 621 | Titre: Alerte_Zabbix : [RBAAVC04] Service chronyd is down | Entité: Data_Center &gt; Avocat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Data_Center &gt; CG 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Total incidents for Data_Center &gt; CG Park: 9970</a:t>
            </a:r>
          </a:p>
          <a:p>
            <a:pPr lvl="1"/>
            <a:r>
              <a:t>ID: 26 908 | Titre: Alerte_Zabbix : [RBACGP06] -glpi-agent- -GLPI Agent- is not running -startup type automatic- | Entité: Data_Center &gt; CG Park</a:t>
            </a:r>
          </a:p>
          <a:p>
            <a:pPr lvl="1"/>
            <a:r>
              <a:t>ID: 26 909 | Titre: Alerte_Zabbix : [RBACGP05] High memory utilization --90% for 5m- | Entité: Data_Center &gt; CG Park</a:t>
            </a:r>
          </a:p>
          <a:p>
            <a:pPr lvl="1"/>
            <a:r>
              <a:t>ID: 26 910 | Titre: Alerte_Zabbix : [RBACGP06] -glpi-agent- -GLPI Agent- is not running -startup type automatic- | Entité: Data_Center &gt; CG Park</a:t>
            </a:r>
          </a:p>
          <a:p>
            <a:pPr lvl="1"/>
            <a:r>
              <a:t>ID: 26 911 | Titre: Alerte_Zabbix : [RBACGP06] -glpi-agent- -GLPI Agent- is not running -startup type automatic- | Entité: Data_Center &gt; CG Park</a:t>
            </a:r>
          </a:p>
          <a:p>
            <a:pPr lvl="1"/>
            <a:r>
              <a:t>ID: 26 912 | Titre: Alerte_Zabbix : [RBACGP06] -glpi-agent- -GLPI Agent- is not running -startup type automatic- | Entité: Data_Center &gt; CG Park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Data_Center &gt; CMS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Total incidents for Data_Center &gt; CMS: 1690</a:t>
            </a:r>
          </a:p>
          <a:p>
            <a:pPr lvl="1"/>
            <a:r>
              <a:t>ID: 26 955 | Titre: Alerte_Zabbix : [RBACMS01] The Memory Pages/sec is too high -over 1000 for 5m- | Entité: Data_Center &gt; CMS</a:t>
            </a:r>
          </a:p>
          <a:p>
            <a:pPr lvl="1"/>
            <a:r>
              <a:t>ID: 26 957 | Titre: Alerte_Zabbix : [RBACMS51] The Memory Pages/sec is too high -over 1000 for 5m- | Entité: Data_Center &gt; CMS</a:t>
            </a:r>
          </a:p>
          <a:p>
            <a:pPr lvl="1"/>
            <a:r>
              <a:t>ID: 26 958 | Titre: Alerte_Zabbix : [RBACMS52] The Memory Pages/sec is too high -over 1000 for 5m- | Entité: Data_Center &gt; CMS</a:t>
            </a:r>
          </a:p>
          <a:p>
            <a:pPr lvl="1"/>
            <a:r>
              <a:t>ID: 26 959 | Titre: Alerte_Zabbix : [RBACMS01] The Memory Pages/sec is too high -over 1000 for 5m- | Entité: Data_Center &gt; CMS</a:t>
            </a:r>
          </a:p>
          <a:p>
            <a:pPr lvl="1"/>
            <a:r>
              <a:t>ID: 26 122 | Titre: Alerte_Zabbix : [RBACMS53] RBACMS53 Uptime Status - 90 days | Entité: Data_Center &gt; CMS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Data_Center &gt; CNONM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Total incidents for Data_Center &gt; CNONM: 105</a:t>
            </a:r>
          </a:p>
          <a:p>
            <a:pPr lvl="1"/>
            <a:r>
              <a:t>ID: 25 610 | Titre: Alerte_Zabbix : [RBAAVC02] RBAAVC02 Uptime Status &gt; 90 days ID_zabbix:294844020 SLA:NA | Entité: Data_Center &gt; CNONM</a:t>
            </a:r>
          </a:p>
          <a:p>
            <a:pPr lvl="1"/>
            <a:r>
              <a:t>ID: 25 611 | Titre: Alerte_Zabbix : [RBAAVC03] RBAAVC03 Uptime Status &gt; 90 days ID_zabbix:294844122 SLA:NA | Entité: Data_Center &gt; CNONM</a:t>
            </a:r>
          </a:p>
          <a:p>
            <a:pPr lvl="1"/>
            <a:r>
              <a:t>ID: 25 612 | Titre: Alerte_Zabbix : [RBAAVC01] RBAAVC01 Uptime Status &gt; 90 days ID_zabbix:294844096 SLA:NA | Entité: Data_Center &gt; CNONM</a:t>
            </a:r>
          </a:p>
          <a:p>
            <a:pPr lvl="1"/>
            <a:r>
              <a:t>ID: 25 613 | Titre: Alerte_Zabbix : [RBAAVC04] RBAAVC04 Uptime Status &gt; 90 days ID_zabbix:294844024 SLA:NA | Entité: Data_Center &gt; CNONM</a:t>
            </a:r>
          </a:p>
          <a:p>
            <a:pPr lvl="1"/>
            <a:r>
              <a:t>ID: 25 614 | Titre: Alerte_Zabbix : [RBAAVC03] RBAAVC03 Uptime Status &gt; 90 days ID_zabbix:294844122 SLA:NA | Entité: Data_Center &gt; CNONM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Data_Center &gt; 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Total incidents for Data_Center &gt; DAR: 52</a:t>
            </a:r>
          </a:p>
          <a:p>
            <a:pPr lvl="1"/>
            <a:r>
              <a:t>ID: 26 112 | Titre: Alerte_Zabbix : [RBADAR06] RBADAR06 Uptime Status - 90 days | Entité: Data_Center &gt; DAR</a:t>
            </a:r>
          </a:p>
          <a:p>
            <a:pPr lvl="1"/>
            <a:r>
              <a:t>ID: 26 113 | Titre: Alerte_Zabbix : [RBADAR50] RBADAR50 Uptime Status - 90 days | Entité: Data_Center &gt; DAR</a:t>
            </a:r>
          </a:p>
          <a:p>
            <a:pPr lvl="1"/>
            <a:r>
              <a:t>ID: 26 114 | Titre: Alerte_Zabbix : [RBADAR01] High swap space usage -less than 50% free- | Entité: Data_Center &gt; DAR</a:t>
            </a:r>
          </a:p>
          <a:p>
            <a:pPr lvl="1"/>
            <a:r>
              <a:t>ID: 26 115 | Titre: Alerte_Zabbix : [RBADAR01] RBADAR01 Uptime Status - 90 days | Entité: Data_Center &gt; DAR</a:t>
            </a:r>
          </a:p>
          <a:p>
            <a:pPr lvl="1"/>
            <a:r>
              <a:t>ID: 26 117 | Titre: Alerte_Zabbix : [RBADAR09] RBADAR09 Uptime Status - 90 days | Entité: Data_Center &gt; DAR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Data_Center &gt; DSI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Total incidents for Data_Center &gt; DSI: 16661</a:t>
            </a:r>
          </a:p>
          <a:p>
            <a:pPr lvl="1"/>
            <a:r>
              <a:t>ID: 25 268 | Titre: Alerte_Zabbix : [Zabbix Proxy reforme] Zabbix proxy: More than 100 items having missing data for more than 10 minutes ID_zabbix:292601372 | Entité: Data_Center &gt; DSI</a:t>
            </a:r>
          </a:p>
          <a:p>
            <a:pPr lvl="1"/>
            <a:r>
              <a:t>ID: 25 316 | Titre: Alerte_Zabbix : [Zabbix Proxy reforme] /var: Disk space is critically low (used &gt; 90%) ID_zabbix:293826086 | Entité: Data_Center &gt; DSI</a:t>
            </a:r>
          </a:p>
          <a:p>
            <a:pPr lvl="1"/>
            <a:r>
              <a:t>ID: 25 317 | Titre: Alerte_Zabbix : [Zabbix Proxy reforme] /var: Disk space is critically low (used &gt; 90%) ID_zabbix:293826086 | Entité: Data_Center &gt; DSI</a:t>
            </a:r>
          </a:p>
          <a:p>
            <a:pPr lvl="1"/>
            <a:r>
              <a:t>ID: 25 318 | Titre: Alerte_Zabbix : [Zabbix Proxy reforme] /var: Disk space is critically low (used &gt; 90%) ID_zabbix:293842917 | Entité: Data_Center &gt; DSI</a:t>
            </a:r>
          </a:p>
          <a:p>
            <a:pPr lvl="1"/>
            <a:r>
              <a:t>ID: 25 319 | Titre: Alerte_Zabbix : [Zabbix Proxy reforme] /var: Disk space is critically low (used &gt; 90%) ID_zabbix:293842917 | Entité: Data_Center &gt; DSI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Data_Center &gt; DYAM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Total incidents for Data_Center &gt; DYAM: 30</a:t>
            </a:r>
          </a:p>
          <a:p>
            <a:pPr lvl="1"/>
            <a:r>
              <a:t>ID: 25 360 | Titre: Alerte_Zabbix : [RBADYMAGR01] ''SQLSERVERAGENT'' (SQL Server Agent (MSSQLSERVER)) is not running (startup type automatic delayed) ID_zabbix:289690144 | Entité: Data_Center &gt; DYAM</a:t>
            </a:r>
          </a:p>
          <a:p>
            <a:pPr lvl="1"/>
            <a:r>
              <a:t>ID: 25 361 | Titre: Alerte_Zabbix : [RBADYMAGR01] ''MSSQLSERVER'' (SQL Server (MSSQLSERVER)) is not running (startup type automatic delayed) ID_zabbix:289690134 | Entité: Data_Center &gt; DYAM</a:t>
            </a:r>
          </a:p>
          <a:p>
            <a:pPr lvl="1"/>
            <a:r>
              <a:t>ID: 39 762 | Titre: Alerte_Zabbix : [RBADYMAGR01] -C:-: Disk space is low -used - 80%- | Entité: Data_Center &gt; DYAM</a:t>
            </a:r>
          </a:p>
          <a:p>
            <a:pPr lvl="1"/>
            <a:r>
              <a:t>ID: 39 769 | Titre: Alerte_Zabbix : [RBADYMAGR01] -C:-: Disk space is critically low -used - 90%- | Entité: Data_Center &gt; DYAM</a:t>
            </a:r>
          </a:p>
          <a:p>
            <a:pPr lvl="1"/>
            <a:r>
              <a:t>ID: 39 759 | Titre: Alerte_Zabbix : [RBADYMAGR01] -SQLBrowser- -SQL Server Browser- is not running -startup type automatic- | Entité: Data_Center &gt; DYAM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Data_Center &gt; MINTRA &gt; EMPLOI PUBLIC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Total incidents for Data_Center &gt; MINTRA &gt; EMPLOI PUBLIC: 137</a:t>
            </a:r>
          </a:p>
          <a:p>
            <a:pPr lvl="1"/>
            <a:r>
              <a:t>ID: 25 221 | Titre: Alerte_Zabbix : [RBAMNT04] High swap space usage (less than 50% free) ID_zabbix:292401417 | Entité: Data_Center &gt; MINTRA &gt; EMPLOI PUBLIC</a:t>
            </a:r>
          </a:p>
          <a:p>
            <a:pPr lvl="1"/>
            <a:r>
              <a:t>ID: 26 554 | Titre: Alerte_Zabbix : [Server DB Agirh PPROD] -SQLAgent$SQLSERVER2017- -SQL Server Agent -SQLSERVER2017-- is not running -startup type automatic- | Entité: Data_Center &gt; MINTRA &gt; EMPLOI PUBLIC</a:t>
            </a:r>
          </a:p>
          <a:p>
            <a:pPr lvl="1"/>
            <a:r>
              <a:t>ID: 26 716 | Titre: Alerte_Zabbix : [Server DB Agirh PPROD] -C:-: Disk space is critically low -used - 90%- | Entité: Data_Center &gt; MINTRA &gt; EMPLOI PUBLIC</a:t>
            </a:r>
          </a:p>
          <a:p>
            <a:pPr lvl="1"/>
            <a:r>
              <a:t>ID: 26 526 | Titre: Alerte_Zabbix : [Server DB Agirh PPROD] -SQLAgent$SQLSERVER2017- -SQL Server Agent -SQLSERVER2017-- is not running -startup type automatic- | Entité: Data_Center &gt; MINTRA &gt; EMPLOI PUBLIC</a:t>
            </a:r>
          </a:p>
          <a:p>
            <a:pPr lvl="1"/>
            <a:r>
              <a:t>ID: 26 068 | Titre: Alerte_Zabbix : [Server DB Agirh PPROD] -SQLAgent$SQLSERVER2017- -SQL Server Agent -SQLSERVER2017-- is not running -startup type automatic- | Entité: Data_Center &gt; MINTRA &gt; EMPLOI PUBLIC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Data_Center &gt; MINTRA &gt; IDARATI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Total incidents for Data_Center &gt; MINTRA &gt; IDARATI: 163</a:t>
            </a:r>
          </a:p>
          <a:p>
            <a:pPr lvl="1"/>
            <a:r>
              <a:t>ID: 25 629 | Titre: Alerte_Zabbix : [RBAIDAT51] /: Disk space is critically low -used - 90%- | Entité: Data_Center &gt; MINTRA &gt; IDARATI</a:t>
            </a:r>
          </a:p>
          <a:p>
            <a:pPr lvl="1"/>
            <a:r>
              <a:t>ID: 26 548 | Titre: Alerte_Zabbix : [RBAIDAT09] System time is out of sync -diff with Zabbix server - 60s- | Entité: Data_Center &gt; MINTRA &gt; IDARATI</a:t>
            </a:r>
          </a:p>
          <a:p>
            <a:pPr lvl="1"/>
            <a:r>
              <a:t>ID: 26 549 | Titre: Alerte_Zabbix : [RBAIDAT10] System time is out of sync -diff with Zabbix server - 60s- | Entité: Data_Center &gt; MINTRA &gt; IDARATI</a:t>
            </a:r>
          </a:p>
          <a:p>
            <a:pPr lvl="1"/>
            <a:r>
              <a:t>ID: 26 551 | Titre: Alerte_Zabbix : [RBAIDAT58] System time is out of sync -diff with Zabbix server - 60s- | Entité: Data_Center &gt; MINTRA &gt; IDARATI</a:t>
            </a:r>
          </a:p>
          <a:p>
            <a:pPr lvl="1"/>
            <a:r>
              <a:t>ID: 26 552 | Titre: Alerte_Zabbix : [RBAIDAT59] -OCS Inventory Service- -OCS Inventory Service- is not running -startup type automatic- | Entité: Data_Center &gt; MINTRA &gt; IDARATI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Data_Center &gt; MINTRA &gt; SIRH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Total incidents for Data_Center &gt; MINTRA &gt; SIRH: 299</a:t>
            </a:r>
          </a:p>
          <a:p>
            <a:pPr lvl="1"/>
            <a:r>
              <a:t>ID: 25 648 | Titre: Alerte_Zabbix : [Instance RBAREFP63-INST_SIRH] MSSQL DB BD_ENSSUP: Full backup older than 10d | Entité: Data_Center &gt; MINTRA &gt; SIRH</a:t>
            </a:r>
          </a:p>
          <a:p>
            <a:pPr lvl="1"/>
            <a:r>
              <a:t>ID: 25 649 | Titre: Alerte_Zabbix : [Instance RBAREFP63-INST_SIRH] MSSQL DB BD_MTNRA: Full backup older than 10d | Entité: Data_Center &gt; MINTRA &gt; SIRH</a:t>
            </a:r>
          </a:p>
          <a:p>
            <a:pPr lvl="1"/>
            <a:r>
              <a:t>ID: 25 650 | Titre: Alerte_Zabbix : [Instance RBAREFP63-INST_SIRH] MSSQL DB BD_MJ: Full backup older than 10d | Entité: Data_Center &gt; MINTRA &gt; SIRH</a:t>
            </a:r>
          </a:p>
          <a:p>
            <a:pPr lvl="1"/>
            <a:r>
              <a:t>ID: 25 651 | Titre: Alerte_Zabbix : [Instance RBAREFP63-INST_SIRH] MSSQL DB BD_MSFFDS: Full backup older than 10d | Entité: Data_Center &gt; MINTRA &gt; SIRH</a:t>
            </a:r>
          </a:p>
          <a:p>
            <a:pPr lvl="1"/>
            <a:r>
              <a:t>ID: 25 652 | Titre: Alerte_Zabbix : [Instance RBAREFP63-INST_SIRH] MSSQL DB BD_MTNRA: Log backup older than 24h | Entité: Data_Center &gt; MINTRA &gt; SIRH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